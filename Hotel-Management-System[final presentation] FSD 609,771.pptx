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Unbounde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A0F5F41-F45E-46DC-BDEC-DA3CFACED73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7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6" y="784557"/>
            <a:ext cx="7415927" cy="300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850"/>
              </a:lnSpc>
              <a:buNone/>
            </a:pPr>
            <a:r>
              <a:rPr lang="en-US" sz="6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Hotel Management System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864037" y="6114422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comprehensive software solution for efficient hotel operations. Integrates modern technologies to streamline bookings, room management, and customer service.</a:t>
            </a:r>
            <a:endParaRPr lang="en-US" sz="1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200CC-6A53-F9B4-0106-C43358CE033A}"/>
              </a:ext>
            </a:extLst>
          </p:cNvPr>
          <p:cNvSpPr txBox="1"/>
          <p:nvPr/>
        </p:nvSpPr>
        <p:spPr>
          <a:xfrm>
            <a:off x="864036" y="4000500"/>
            <a:ext cx="7415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STUDENT 1 - VED TUSHARBHAI PATEL (RA2211003010609)</a:t>
            </a:r>
          </a:p>
          <a:p>
            <a:r>
              <a:rPr lang="en-IN" sz="2000" dirty="0">
                <a:solidFill>
                  <a:schemeClr val="bg1"/>
                </a:solidFill>
              </a:rPr>
              <a:t>STUDENT 2 – SHREYAN SARKAR (RA2211003010771)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48834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 Design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6350437" y="2522815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46056" y="2626281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52680" y="252281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React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152680" y="303407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Core library for building user interfaces and single-page applications.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434863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90573" y="4452104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152680" y="434863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React Router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152680" y="4859893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dynamic routing for seamless navigation between views.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6174462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87954" y="6277928"/>
            <a:ext cx="280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7152680" y="617446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Axios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152680" y="668571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HTTP client for making asynchronous requests to the backend.</a:t>
            </a:r>
            <a:endParaRPr lang="en-US" sz="1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421BDF-502C-7D2C-BCE5-161F179FB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496" y="7621122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4122658"/>
            <a:ext cx="7827883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 Technologies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968693" y="549663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64312" y="5600105"/>
            <a:ext cx="164187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770936" y="549663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Bootstrap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770936" y="6007894"/>
            <a:ext cx="32642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CSS framework for responsive design across devices.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81970" y="549663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22106" y="5600105"/>
            <a:ext cx="27503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084213" y="5496639"/>
            <a:ext cx="307967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JavaScript (ES6+)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084213" y="6007894"/>
            <a:ext cx="32642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Modern JavaScript features for enhanced code readability and efficiency.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595247" y="549663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732764" y="5600105"/>
            <a:ext cx="280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0397490" y="5496639"/>
            <a:ext cx="326421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CSS Preprocessors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397490" y="6371034"/>
            <a:ext cx="32642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SASS or LESS for advanced styling capabilities.</a:t>
            </a:r>
            <a:endParaRPr lang="en-US" sz="1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BB8F83-3241-568C-1337-7DA6592A9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599" y="7667838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6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3143131"/>
            <a:ext cx="4849773" cy="60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 Design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03651" y="4058364"/>
            <a:ext cx="22860" cy="3606879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384667" y="4510564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083207" y="4290179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246560" y="4376499"/>
            <a:ext cx="137041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756660" y="4264462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Spring Boot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8693" y="4691182"/>
            <a:ext cx="5212794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Core framework for Java application development with auto-configuration features.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24095" y="5541050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83207" y="5320665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200245" y="5406985"/>
            <a:ext cx="229553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448675" y="5294948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Spring Data JPA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48675" y="5721668"/>
            <a:ext cx="521291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Simplifies database operations with repository abstraction layer.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4667" y="6468547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083207" y="6248162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98102" y="6334482"/>
            <a:ext cx="233958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756660" y="6222444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MySQL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68693" y="6649164"/>
            <a:ext cx="5212794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Relational database for storing hotel data securely.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07FFA2-7432-7F57-9482-EC8DB486F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607" y="7637413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6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3143131"/>
            <a:ext cx="6421993" cy="60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 Technologies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03651" y="4058364"/>
            <a:ext cx="22860" cy="3606879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384667" y="4510564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083207" y="4290179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246560" y="4376499"/>
            <a:ext cx="137041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756660" y="4264462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Spring Security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8693" y="4691182"/>
            <a:ext cx="5212794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Ensures secure authentication and authorization for user data protection.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24095" y="5541050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83207" y="5320665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200245" y="5406985"/>
            <a:ext cx="229553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448675" y="5294948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Hibernate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48675" y="5721668"/>
            <a:ext cx="521291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ORM tool for simplified database interactions and object mapping.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4667" y="6468547"/>
            <a:ext cx="721400" cy="22860"/>
          </a:xfrm>
          <a:prstGeom prst="roundRect">
            <a:avLst>
              <a:gd name="adj" fmla="val 13524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083207" y="6248162"/>
            <a:ext cx="463748" cy="463748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98102" y="6334482"/>
            <a:ext cx="233958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756660" y="6222444"/>
            <a:ext cx="2424827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Maven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68693" y="6649164"/>
            <a:ext cx="5212794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Manages dependencies and automates the build process.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BA8FE3-E65C-5459-CBF4-D0A2506D7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607" y="7652539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4014668"/>
            <a:ext cx="8651438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Functional Requirements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968693" y="5110996"/>
            <a:ext cx="4066461" cy="219003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215509" y="5357813"/>
            <a:ext cx="323183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Management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215509" y="5869067"/>
            <a:ext cx="357282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Registration, authentication, and role-based access for users and admins.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81970" y="5110996"/>
            <a:ext cx="4066461" cy="219003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528786" y="5357813"/>
            <a:ext cx="344555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Room Management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528786" y="5869067"/>
            <a:ext cx="357282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Add, edit, and delete room details, manage availability and pricing.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595247" y="5110996"/>
            <a:ext cx="4066461" cy="2190036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842063" y="5357813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Booking System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842063" y="5869067"/>
            <a:ext cx="357282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Search, reserve, modify, and cancel room bookings with notifications.</a:t>
            </a: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D64A54-9139-F8F0-B95F-485A7AF7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3391" y="7671317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434590"/>
            <a:ext cx="10270093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Non-Functional Requirements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Performance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68693" y="4387691"/>
            <a:ext cx="38289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 multiple users simultaneously with minimal response times.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07462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07462" y="4387691"/>
            <a:ext cx="38289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Encrypt sensitive data and implement role-based access controls.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46231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Usability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46231" y="4387691"/>
            <a:ext cx="38289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Intuitive interface compatible across devices. Scalable for future growth.</a:t>
            </a: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E41B4C-7838-548C-2A5A-6BE6566FB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3635" y="7716574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545788"/>
            <a:ext cx="6000155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Database Design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864037" y="2642116"/>
            <a:ext cx="7415927" cy="4041696"/>
          </a:xfrm>
          <a:prstGeom prst="roundRect">
            <a:avLst>
              <a:gd name="adj" fmla="val 916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79277" y="2657356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26093" y="281309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Entity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22627" y="281309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Attributes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79277" y="3363873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26093" y="3519607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22627" y="3519607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user_id, username, password, email, role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79277" y="4465439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26093" y="462117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Room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822627" y="4621173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room_id, room_number, type, availability, price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79277" y="5567005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26093" y="5722739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Booking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822627" y="5722739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booking_id, user_id, room_id, dates, status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4720" y="667822"/>
            <a:ext cx="5703451" cy="712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API Design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20" y="1744147"/>
            <a:ext cx="1211937" cy="1939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10155" y="1986439"/>
            <a:ext cx="3526750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RESTful Architecture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10155" y="2488168"/>
            <a:ext cx="5871924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Endpoints for bookings, rooms, and user management.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720" y="3683317"/>
            <a:ext cx="1211937" cy="19391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10155" y="3925610"/>
            <a:ext cx="285166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910155" y="4427339"/>
            <a:ext cx="5871924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JWT implementation for secure user authentication.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720" y="5622488"/>
            <a:ext cx="1211937" cy="19391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10155" y="5864781"/>
            <a:ext cx="298811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CRUD Operations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910155" y="6366510"/>
            <a:ext cx="587192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HTTP methods for creating, reading, updating, and deleting resources.</a:t>
            </a: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AF6B4A-4759-90DC-4057-B1E43DC7C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8171" y="7636033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87185"/>
            <a:ext cx="6273760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4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Outcomes</a:t>
            </a:r>
            <a:endParaRPr lang="en-US" sz="4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3" y="2506980"/>
            <a:ext cx="3984069" cy="2462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693" y="527792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Interface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968693" y="5789176"/>
            <a:ext cx="398406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Intuitive booking system for easy room reservations.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46" y="2506980"/>
            <a:ext cx="3984069" cy="24623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3046" y="5277922"/>
            <a:ext cx="313801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 Dashboard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5323046" y="5789176"/>
            <a:ext cx="398406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Comprehensive management tools for hotel staff.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2506980"/>
            <a:ext cx="3984188" cy="24623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400" y="5277922"/>
            <a:ext cx="3984188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Mobile Responsiveness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9677400" y="6152317"/>
            <a:ext cx="398418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Seamless experience across devices for user convenience.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5A3994-7726-EFB9-1DBE-9748BF748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586" y="7628082"/>
            <a:ext cx="2457793" cy="495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399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Cabin</vt:lpstr>
      <vt:lpstr>Arial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SHREYAN SARKAR (RA2211003010771)</cp:lastModifiedBy>
  <cp:revision>3</cp:revision>
  <dcterms:created xsi:type="dcterms:W3CDTF">2024-11-08T12:37:21Z</dcterms:created>
  <dcterms:modified xsi:type="dcterms:W3CDTF">2024-11-08T15:20:27Z</dcterms:modified>
</cp:coreProperties>
</file>